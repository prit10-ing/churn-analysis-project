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622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889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6380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0175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357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781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6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0762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78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837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950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24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Data Analysis Project</a:t>
            </a:r>
          </a:p>
          <a:p>
            <a:endParaRPr/>
          </a:p>
          <a:p>
            <a:r>
              <a:t>Objective:</a:t>
            </a:r>
          </a:p>
          <a:p>
            <a:r>
              <a:t>Understand customer churn behavior and provide actionable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churn affects revenue and growth.</a:t>
            </a:r>
          </a:p>
          <a:p>
            <a:endParaRPr/>
          </a:p>
          <a:p>
            <a:r>
              <a:t>Understanding why customers leave is critical for retention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Businesses struggle to retain customers due to lack of insight.</a:t>
            </a:r>
          </a:p>
          <a:p>
            <a:endParaRPr/>
          </a:p>
          <a:p>
            <a:r>
              <a:t>Goal:</a:t>
            </a:r>
          </a:p>
          <a:p>
            <a:r>
              <a:t>- Identify churn patterns</a:t>
            </a:r>
          </a:p>
          <a:p>
            <a:r>
              <a:t>- Detect high-risk customers</a:t>
            </a:r>
          </a:p>
          <a:p>
            <a:r>
              <a:t>- Improve retention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Analyze churn patterns</a:t>
            </a:r>
          </a:p>
          <a:p>
            <a:r>
              <a:t>- Study impact of pricing, services, contract</a:t>
            </a:r>
          </a:p>
          <a:p>
            <a:r>
              <a:t>- Provide recommendations</a:t>
            </a:r>
          </a:p>
          <a:p>
            <a:r>
              <a:t>- Build end-to-end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7000+ customers</a:t>
            </a:r>
          </a:p>
          <a:p>
            <a:r>
              <a:t>Includes:</a:t>
            </a:r>
          </a:p>
          <a:p>
            <a:r>
              <a:t>- Demographics</a:t>
            </a:r>
          </a:p>
          <a:p>
            <a:r>
              <a:t>- Services</a:t>
            </a:r>
          </a:p>
          <a:p>
            <a:r>
              <a:t>- Billing</a:t>
            </a:r>
          </a:p>
          <a:p>
            <a:r>
              <a:t>- Churn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Pandas: Data cleaning</a:t>
            </a:r>
          </a:p>
          <a:p>
            <a:r>
              <a:t>- PostgreSQL: Data analysis</a:t>
            </a:r>
          </a:p>
          <a:p>
            <a:r>
              <a:t>- Power BI: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Cleaning</a:t>
            </a:r>
          </a:p>
          <a:p>
            <a:r>
              <a:t>2. Feature Engineering</a:t>
            </a:r>
          </a:p>
          <a:p>
            <a:r>
              <a:t>3. SQL Analysis</a:t>
            </a:r>
          </a:p>
          <a:p>
            <a:r>
              <a:t>4. Dashboard Creation</a:t>
            </a:r>
          </a:p>
          <a:p>
            <a:r>
              <a:t>5. Insight Generation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Contract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Month-to-month customers have highest churn.</a:t>
            </a:r>
          </a:p>
          <a:p>
            <a:r>
              <a:t>Long-term contracts reduce churn.</a:t>
            </a:r>
          </a:p>
          <a:p>
            <a:endParaRPr/>
          </a:p>
          <a:p>
            <a:r>
              <a:t>Recommendation:</a:t>
            </a:r>
          </a:p>
          <a:p>
            <a:r>
              <a:t>Promote long-term plans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Internet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Fiber users show higher churn.</a:t>
            </a:r>
          </a:p>
          <a:p>
            <a:r>
              <a:t>Possible reason: higher cost/expectation.</a:t>
            </a:r>
          </a:p>
          <a:p>
            <a:endParaRPr/>
          </a:p>
          <a:p>
            <a:r>
              <a:t>Recommendation:</a:t>
            </a:r>
          </a:p>
          <a:p>
            <a:r>
              <a:t>Improve service quality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Tenure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tenure customers churn more.</a:t>
            </a:r>
          </a:p>
          <a:p>
            <a:r>
              <a:t>Long-term customers are loyal.</a:t>
            </a:r>
          </a:p>
          <a:p>
            <a:endParaRPr/>
          </a:p>
          <a:p>
            <a:r>
              <a:t>Recommendation:</a:t>
            </a:r>
          </a:p>
          <a:p>
            <a:r>
              <a:t>Improve onboarding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vs Charges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monthly charges increase churn.</a:t>
            </a:r>
          </a:p>
          <a:p>
            <a:endParaRPr/>
          </a:p>
          <a:p>
            <a:r>
              <a:t>Recommendation:</a:t>
            </a:r>
          </a:p>
          <a:p>
            <a:r>
              <a:t>Offer discounts or bundles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Churn by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Customers with fewer services churn more.</a:t>
            </a:r>
          </a:p>
          <a:p>
            <a:endParaRPr/>
          </a:p>
          <a:p>
            <a:r>
              <a:t>Recommendation:</a:t>
            </a:r>
          </a:p>
          <a:p>
            <a:r>
              <a:t>Promote bundled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drivers:</a:t>
            </a:r>
          </a:p>
          <a:p>
            <a:r>
              <a:t>- Contract type</a:t>
            </a:r>
          </a:p>
          <a:p>
            <a:r>
              <a:t>- Pricing</a:t>
            </a:r>
          </a:p>
          <a:p>
            <a:r>
              <a:t>- Customer engagement</a:t>
            </a:r>
          </a:p>
          <a:p>
            <a:endParaRPr/>
          </a:p>
          <a:p>
            <a:r>
              <a:t>Focus on high-risk segments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Encourage long-term contracts</a:t>
            </a:r>
          </a:p>
          <a:p>
            <a:r>
              <a:t>- Improve onboarding</a:t>
            </a:r>
          </a:p>
          <a:p>
            <a:r>
              <a:t>- Optimize pricing</a:t>
            </a:r>
          </a:p>
          <a:p>
            <a:r>
              <a:t>- Enhance service quality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Data-driven analysis helps reduce churn.</a:t>
            </a:r>
          </a:p>
          <a:p>
            <a:endParaRPr/>
          </a:p>
          <a:p>
            <a:r>
              <a:t>Improves retention and decision-making.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 ML churn prediction model</a:t>
            </a:r>
          </a:p>
          <a:p>
            <a:r>
              <a:t>- Deploy dashboard</a:t>
            </a:r>
          </a:p>
          <a:p>
            <a:r>
              <a:t>- Add more behavioral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288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Gill Sans MT</vt:lpstr>
      <vt:lpstr>Gallery</vt:lpstr>
      <vt:lpstr>Customer Churn Analysis</vt:lpstr>
      <vt:lpstr>Introduction</vt:lpstr>
      <vt:lpstr>Problem Statement</vt:lpstr>
      <vt:lpstr>Objectives</vt:lpstr>
      <vt:lpstr>Dataset Overview</vt:lpstr>
      <vt:lpstr>Tools &amp; Technologies</vt:lpstr>
      <vt:lpstr>Methodology</vt:lpstr>
      <vt:lpstr>Churn by Contract</vt:lpstr>
      <vt:lpstr>Churn by Internet Service</vt:lpstr>
      <vt:lpstr>Churn by Tenure</vt:lpstr>
      <vt:lpstr>Churn vs Charges</vt:lpstr>
      <vt:lpstr>Churn by Services</vt:lpstr>
      <vt:lpstr>Business Insights</vt:lpstr>
      <vt:lpstr>Recommendations</vt:lpstr>
      <vt:lpstr>Conclusion</vt:lpstr>
      <vt:lpstr>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PRITESH</dc:creator>
  <cp:keywords/>
  <dc:description>generated using python-pptx</dc:description>
  <cp:lastModifiedBy>pritesh ingle</cp:lastModifiedBy>
  <cp:revision>2</cp:revision>
  <dcterms:created xsi:type="dcterms:W3CDTF">2013-01-27T09:14:16Z</dcterms:created>
  <dcterms:modified xsi:type="dcterms:W3CDTF">2026-05-02T10:52:17Z</dcterms:modified>
  <cp:category/>
</cp:coreProperties>
</file>