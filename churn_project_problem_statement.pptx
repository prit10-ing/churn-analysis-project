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995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142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4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7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19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9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2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68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9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93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2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45" y="1417638"/>
            <a:ext cx="8229600" cy="4737356"/>
          </a:xfrm>
        </p:spPr>
        <p:txBody>
          <a:bodyPr/>
          <a:lstStyle/>
          <a:p>
            <a:pPr marL="0" indent="0">
              <a:buNone/>
            </a:pPr>
            <a:r>
              <a:rPr sz="4400" dirty="0"/>
              <a:t>Objective:</a:t>
            </a:r>
            <a:endParaRPr lang="en-US" sz="4400" dirty="0"/>
          </a:p>
          <a:p>
            <a:pPr marL="0" indent="0">
              <a:buNone/>
            </a:pPr>
            <a:r>
              <a:rPr dirty="0"/>
              <a:t>Analyze customer churn and identify key factors affecting retention.</a:t>
            </a:r>
          </a:p>
          <a:p>
            <a:pPr marL="0" indent="0">
              <a:buNone/>
            </a:pPr>
            <a:r>
              <a:rPr sz="4400" dirty="0"/>
              <a:t>Goal</a:t>
            </a:r>
            <a:r>
              <a:rPr dirty="0"/>
              <a:t>:</a:t>
            </a:r>
            <a:endParaRPr lang="en-US" dirty="0"/>
          </a:p>
          <a:p>
            <a:pPr marL="0" indent="0">
              <a:buNone/>
            </a:pPr>
            <a:r>
              <a:rPr dirty="0"/>
              <a:t>Help businesses reduce churn using data-driven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Customer churn leads to revenue loss and increased acquisition costs.</a:t>
            </a:r>
            <a:endParaRPr lang="en-US" dirty="0"/>
          </a:p>
          <a:p>
            <a:r>
              <a:rPr dirty="0"/>
              <a:t>Businesses struggle to identify why customers leave.</a:t>
            </a:r>
            <a:endParaRPr lang="en-US" dirty="0"/>
          </a:p>
          <a:p>
            <a:r>
              <a:rPr lang="en-US" dirty="0"/>
              <a:t>What is main Reason of company loss?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8530"/>
            <a:ext cx="8229600" cy="4867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This project aims to:</a:t>
            </a:r>
          </a:p>
          <a:p>
            <a:r>
              <a:rPr lang="en-US" dirty="0"/>
              <a:t>Detect churn patterns</a:t>
            </a:r>
          </a:p>
          <a:p>
            <a:r>
              <a:rPr lang="en-US" dirty="0"/>
              <a:t>Identify high-risk customers</a:t>
            </a:r>
          </a:p>
          <a:p>
            <a:r>
              <a:rPr lang="en-US" dirty="0"/>
              <a:t>Improve retention strategies</a:t>
            </a:r>
          </a:p>
          <a:p>
            <a:r>
              <a:rPr dirty="0"/>
              <a:t>Losing customers increases marketing cost</a:t>
            </a:r>
          </a:p>
          <a:p>
            <a:r>
              <a:rPr dirty="0"/>
              <a:t>Retaining customers is cheaper than acquiring new ones</a:t>
            </a:r>
          </a:p>
          <a:p>
            <a:r>
              <a:rPr dirty="0"/>
              <a:t>Churn directly affects company growth and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includes:</a:t>
            </a:r>
          </a:p>
          <a:p>
            <a:r>
              <a:rPr dirty="0"/>
              <a:t>- Customer demographics</a:t>
            </a:r>
          </a:p>
          <a:p>
            <a:r>
              <a:rPr dirty="0"/>
              <a:t>- Service usage details</a:t>
            </a:r>
          </a:p>
          <a:p>
            <a:r>
              <a:rPr dirty="0"/>
              <a:t>- Billing &amp; payment information</a:t>
            </a:r>
          </a:p>
          <a:p>
            <a:r>
              <a:rPr dirty="0"/>
              <a:t>- Churn status (Target variable)</a:t>
            </a:r>
          </a:p>
          <a:p>
            <a:r>
              <a:rPr dirty="0"/>
              <a:t>Total records: ~7000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Python (Pandas): Data cleaning &amp; preprocessing</a:t>
            </a:r>
          </a:p>
          <a:p>
            <a:r>
              <a:rPr dirty="0"/>
              <a:t>- PostgreSQL: Data storage &amp; SQL analysis</a:t>
            </a:r>
          </a:p>
          <a:p>
            <a:r>
              <a:rPr dirty="0"/>
              <a:t>- Power BI: Visualization &amp; dashboard creation</a:t>
            </a:r>
            <a:endParaRPr lang="en-US" dirty="0"/>
          </a:p>
          <a:p>
            <a:r>
              <a:rPr lang="en-US" dirty="0"/>
              <a:t>Creating report: Power Point </a:t>
            </a:r>
          </a:p>
          <a:p>
            <a:r>
              <a:rPr lang="en-US" dirty="0"/>
              <a:t>Git &amp; GitHub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 (handling missing values, formatting)</a:t>
            </a:r>
          </a:p>
          <a:p>
            <a:r>
              <a:t>2. Feature Engineering (TotalServices, segmentation)</a:t>
            </a:r>
          </a:p>
          <a:p>
            <a:r>
              <a:t>3. SQL Analysis (queries, views)</a:t>
            </a:r>
          </a:p>
          <a:p>
            <a:r>
              <a:t>4. Dashboard creation in Power BI</a:t>
            </a:r>
          </a:p>
          <a:p>
            <a:r>
              <a:t>5. Insight generation and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key churn drivers</a:t>
            </a:r>
          </a:p>
          <a:p>
            <a:r>
              <a:t>- Improve customer retention</a:t>
            </a:r>
          </a:p>
          <a:p>
            <a:r>
              <a:t>- Support business decision-making with data 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218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Tw Cen MT</vt:lpstr>
      <vt:lpstr>Tw Cen MT Condensed</vt:lpstr>
      <vt:lpstr>Wingdings 3</vt:lpstr>
      <vt:lpstr>Integral</vt:lpstr>
      <vt:lpstr>Customer Churn Analysis</vt:lpstr>
      <vt:lpstr>Problem Statement</vt:lpstr>
      <vt:lpstr>Business Impact</vt:lpstr>
      <vt:lpstr>Dataset Overview</vt:lpstr>
      <vt:lpstr>Tools &amp; Technologies</vt:lpstr>
      <vt:lpstr>Project Approach</vt:lpstr>
      <vt:lpstr>Expected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PRITESH</dc:creator>
  <cp:keywords/>
  <dc:description>generated using python-pptx</dc:description>
  <cp:lastModifiedBy>pritesh ingle</cp:lastModifiedBy>
  <cp:revision>2</cp:revision>
  <dcterms:created xsi:type="dcterms:W3CDTF">2013-01-27T09:14:16Z</dcterms:created>
  <dcterms:modified xsi:type="dcterms:W3CDTF">2026-05-02T10:30:00Z</dcterms:modified>
  <cp:category/>
</cp:coreProperties>
</file>